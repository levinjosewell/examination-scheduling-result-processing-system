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EXAMFLOW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51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EF8"/>
                </a:solidFill>
              </a:defRPr>
            </a:pPr>
            <a:r>
              <a:t>Implementation, Testing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DBMS Project 24  |  PHASE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Prototype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Python and Streamlit provide the user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SQLite stores prototype data locally.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CSV export supports downstream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41063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The database is created locally; the generated database file is not committed.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Shows counts for students, faculty, subjects, exams and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Provides a quick view of scheduled examinations.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Dashboard numbers reflect the loaded sample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Master Data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Student records can be added and reviewed.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Faculty and invigilator details are maintained.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Subject catalogue and room capacity records support scheduling.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Exam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Choose subject, date, start/end time, section, room and invigilator.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The prototype checks scheduling conflicts for overlapping assignments.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Demonstrate a valid schedule and a rejected conflict during the video.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Results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Select an exam and student, then enter 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The interface supports draft/published result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Demonstrate saving a result and checking it in the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Reports and Database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Select report views and export CSV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Read-only explorer displays table data and permits SELECT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Use only safe SELECT queries in the demonstration.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Testing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User-reported checks: dashboard counts and large sample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User-reported checks: student persistence and subject compatibility.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User-reported checks: overlapping room validation and CSV exports.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Known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Prototype uses local SQLite, not a production server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Sample data is fictional.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Capacity and all grading/business rules should be re-verified against the final code before claiming full enforcement.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Demonstration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0:00–0:30 introduce the problem and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0:30–1:30 show dashboard and master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1:30–2:30 demonstrate exam scheduling and conflict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41063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2:30–3:30 enter marks and publish a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90872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3:30–4:30 show reports, CSV export and database explorer.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4:30–5:00 summarize outcomes and limitations.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ExamFlow demonstrates a connected examination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Relational tables organize master, schedule and result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Future work: authentication, role-based access, stronger validation and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Actual prototype screenshot supplied for project documentation</a:t>
            </a:r>
          </a:p>
        </p:txBody>
      </p:sp>
      <p:pic>
        <p:nvPicPr>
          <p:cNvPr id="5" name="Picture 4" descr="Screenshot 2026-10-13 102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Student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Actual prototype screenshot supplied for project documentation</a:t>
            </a:r>
          </a:p>
        </p:txBody>
      </p:sp>
      <p:pic>
        <p:nvPicPr>
          <p:cNvPr id="5" name="Picture 4" descr="Screenshot 2026-10-13 102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Faculty and invigilators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Actual prototype screenshot supplied for project documentation</a:t>
            </a:r>
          </a:p>
        </p:txBody>
      </p:sp>
      <p:pic>
        <p:nvPicPr>
          <p:cNvPr id="5" name="Picture 4" descr="Screenshot 2026-10-13 1025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Subject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Actual prototype screenshot supplied for project documentation</a:t>
            </a:r>
          </a:p>
        </p:txBody>
      </p:sp>
      <p:pic>
        <p:nvPicPr>
          <p:cNvPr id="5" name="Picture 4" descr="Screenshot 2026-10-13 102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Examination rooms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Actual prototype screenshot supplied for project documentation</a:t>
            </a:r>
          </a:p>
        </p:txBody>
      </p:sp>
      <p:pic>
        <p:nvPicPr>
          <p:cNvPr id="5" name="Picture 4" descr="Screenshot 2026-10-13 1025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Examination timetable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Actual prototype screenshot supplied for project documentation</a:t>
            </a:r>
          </a:p>
        </p:txBody>
      </p:sp>
      <p:pic>
        <p:nvPicPr>
          <p:cNvPr id="5" name="Picture 4" descr="Screenshot 2026-10-13 1025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Marks entry and result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Actual prototype screenshot supplied for project documentation</a:t>
            </a:r>
          </a:p>
        </p:txBody>
      </p:sp>
      <p:pic>
        <p:nvPicPr>
          <p:cNvPr id="5" name="Picture 4" descr="Screenshot 2026-10-13 1026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SQL reports and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Actual prototype screenshot supplied for project documentation</a:t>
            </a:r>
          </a:p>
        </p:txBody>
      </p:sp>
      <p:pic>
        <p:nvPicPr>
          <p:cNvPr id="5" name="Picture 4" descr="Screenshot 2026-10-13 1024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Read-only database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Actual prototype screenshot supplied for project documentation</a:t>
            </a:r>
          </a:p>
        </p:txBody>
      </p:sp>
      <p:pic>
        <p:nvPicPr>
          <p:cNvPr id="5" name="Picture 4" descr="Screenshot 2026-10-13 102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"/>
              </a:defRPr>
            </a:pPr>
            <a:r>
              <a:t>ENTITY RELATIONSHIP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ExamFlow core entities and one-to-many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743200" cy="141732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8" y="125272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252374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student_id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roll_number, email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full_name, program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section, semester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063240"/>
            <a:ext cx="2743200" cy="123444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" y="308152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FACULTY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447288"/>
            <a:ext cx="252374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faculty_id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faculty_code, email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full_name,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2743200" cy="123444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472744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93208"/>
            <a:ext cx="252374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room_id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room_code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building,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286000"/>
            <a:ext cx="2880360" cy="201168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6007" y="2304288"/>
            <a:ext cx="284378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EXAMS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670048"/>
            <a:ext cx="266090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exam_id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subject_id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room_id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invigilator_id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exam_date, start/end time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section, max_marks,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234440"/>
            <a:ext cx="2743200" cy="150876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87967" y="125272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SUBJECTS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7" y="1618488"/>
            <a:ext cx="25237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subject_id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subject_code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subject_name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department, semester, credits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251960"/>
            <a:ext cx="2743200" cy="150876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7" y="4270248"/>
            <a:ext cx="27066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4636008"/>
            <a:ext cx="25237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result_id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student_id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exam_id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marks_obtained, grade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published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1783080"/>
            <a:ext cx="1371600" cy="9144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6160" y="19202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246120" y="3474720"/>
            <a:ext cx="1371600" cy="18288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20440" y="33375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246120" y="3931920"/>
            <a:ext cx="1371600" cy="13716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74720" y="46634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498079" y="1965960"/>
            <a:ext cx="1371601" cy="6858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63840" y="2148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79" y="3749039"/>
            <a:ext cx="1371601" cy="868681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63840" y="406908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1 : 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46120" y="2331720"/>
            <a:ext cx="5623560" cy="25146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00600" y="37947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Aptos"/>
              </a:defRPr>
            </a:pPr>
            <a:r>
              <a:t>student →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PK = Primary Key  |  FK = Foreign Key  |  UK = Unique Key  |  1:N = One-to-many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"/>
              </a:defRPr>
            </a:pPr>
            <a:r>
              <a:t>RELATIONAL SCHEMA &amp; KEY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Table-level view of primary keys, foreign keys, and unique identifiers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474720" cy="160020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8" y="1252728"/>
            <a:ext cx="343814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3255263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student_id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roll_number, email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full_name, program, section, semester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3474720" cy="132588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" y="3172968"/>
            <a:ext cx="343814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FACULTY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538728"/>
            <a:ext cx="3255263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faculty_id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faculty_code, email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full_name,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00600"/>
            <a:ext cx="3474720" cy="128016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4818888"/>
            <a:ext cx="343814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184648"/>
            <a:ext cx="3255263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room_id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room_code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building,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57400"/>
            <a:ext cx="3657600" cy="210312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7" y="2075688"/>
            <a:ext cx="36210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EXAMS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441448"/>
            <a:ext cx="3438144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exam_id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subject_id → SUBJECTS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room_id → ROOMS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invigilator_id → FACULTY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date/time, section, max_marks,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234440"/>
            <a:ext cx="3063240" cy="160020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67928" y="1252728"/>
            <a:ext cx="302666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SUBJECTS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7" y="1618488"/>
            <a:ext cx="284378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subject_id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subject_code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subject_name, department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semester, credits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160520"/>
            <a:ext cx="3063240" cy="164592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67928" y="4178807"/>
            <a:ext cx="302666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4544568"/>
            <a:ext cx="284378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result_id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student_id → STUDENTS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exam_id → EXAMS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marks, grade, published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7639" y="1737360"/>
            <a:ext cx="411481" cy="73152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977639" y="3291840"/>
            <a:ext cx="411481" cy="457199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977639" y="3840480"/>
            <a:ext cx="411481" cy="155448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046720" y="1965960"/>
            <a:ext cx="502920" cy="54864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0" y="3657600"/>
            <a:ext cx="502920" cy="9144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77639" y="2103120"/>
            <a:ext cx="4572001" cy="27432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2910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Design aim: reduce duplication and keep entity attributes in their own tables; validate final SQL constraints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
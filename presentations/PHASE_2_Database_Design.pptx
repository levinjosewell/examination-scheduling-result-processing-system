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EXAMFLOW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EF8"/>
                </a:solidFill>
              </a:defRPr>
            </a:pPr>
            <a:r>
              <a:t>Relational Design, Keys, Normalization &amp;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00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DBMS Project 24  |  PHASE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Students(student_id, roll_number, full_name, email, program, section, semester)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Faculty(faculty_id, faculty_code, full_name, email, department)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Subjects(subject_id, subject_code, subject_name, semester, credits)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Supporting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Rooms(room_id, room_code, building, capacity)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Exams(exam_id, subject_id, room_id, faculty_id, date, start_time, end_time, section, max_marks, status)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Results(result_id, exam_id, student_id, marks_obtained, grade, publication_status)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Primary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Each entity has a unique identifier.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Natural codes such as roll number and subject code should also be unique.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Keys support reliable updates and joins.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Foreign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Exams reference subjects, rooms and invigilators.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Results reference the exam and student.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Referential integrity prevents orphan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Separate students, faculty, subjects, rooms, exams and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Store each fact in its relevant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Reduce duplication and update anomalies; verify 1NF, 2NF and 3NF against the final schema.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Integrity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Required fields must be supplied.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Exam end time must be after start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A room or invigilator must not be double-booked in overlapping periods.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41063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Marks must be within the exam's maximum marks.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SQL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INSERT adds master data and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SELECT retrieves records and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UPDATE supports corrections; DELETE should be controlled.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41063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JOIN combines related data across normalized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Indexes and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Unique constraints help prevent duplicate codes.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Foreign-key joins support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Review query plans before claiming performance gains.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Prototype dashboard displays 1,200 students, 60 faculty and 180 subjects.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Records are fictional and intended for demonstration.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Counts depend on the generated local database.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7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B4B"/>
                </a:solidFill>
              </a:defRPr>
            </a:pPr>
            <a:r>
              <a:t>Phase 2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273"/>
                </a:solidFill>
              </a:defRPr>
            </a:pPr>
            <a:r>
              <a:t>ExamFlow | Examination Scheduling &amp; Result Processing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Relational design maps the domain into linked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4144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Constraints and validation support data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912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64592"/>
          <a:lstStyle/>
          <a:p>
            <a:pPr algn="ctr">
              <a:defRPr sz="1700">
                <a:solidFill>
                  <a:srgbClr val="162B4B"/>
                </a:solidFill>
              </a:defRPr>
            </a:pPr>
            <a:r>
              <a:t>•  Phase 3 demonstrates the interface and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"/>
              </a:defRPr>
            </a:pPr>
            <a:r>
              <a:t>RELATIONAL SCHEMA &amp; KEY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Table-level view of primary keys, foreign keys, and unique identifiers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474720" cy="160020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" y="1252728"/>
            <a:ext cx="343814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18488"/>
            <a:ext cx="3255263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student_id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roll_number,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program, section, semester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3474720" cy="132588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3172968"/>
            <a:ext cx="343814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FACULTY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538728"/>
            <a:ext cx="3255263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faculty_id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faculty_code, email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full_name,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00600"/>
            <a:ext cx="3474720" cy="128016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1208" y="4818888"/>
            <a:ext cx="343814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184648"/>
            <a:ext cx="3255263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room_id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room_code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building,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3657600" cy="210312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2075688"/>
            <a:ext cx="362102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EXAMS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441448"/>
            <a:ext cx="3438144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exam_id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subject_id → SUBJECTS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room_id → ROOMS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invigilator_id → FACULTY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date/time, section, max_marks,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234440"/>
            <a:ext cx="3063240" cy="160020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67928" y="1252728"/>
            <a:ext cx="302666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7" y="1618488"/>
            <a:ext cx="284378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subject_id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UK subject_code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subject_name, department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semester, credits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160520"/>
            <a:ext cx="3063240" cy="1645920"/>
          </a:xfrm>
          <a:prstGeom prst="roundRect">
            <a:avLst/>
          </a:prstGeom>
          <a:solidFill>
            <a:srgbClr val="132B49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67928" y="4178807"/>
            <a:ext cx="3026664" cy="310896"/>
          </a:xfrm>
          <a:prstGeom prst="rect">
            <a:avLst/>
          </a:prstGeom>
          <a:solidFill>
            <a:srgbClr val="1D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300" b="1">
                <a:solidFill>
                  <a:srgbClr val="F8FAFC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4544568"/>
            <a:ext cx="284378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PK result_id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student_id → STUDENTS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FK exam_id → EXAMS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  <a:latin typeface="Aptos"/>
              </a:defRPr>
            </a:pPr>
            <a:r>
              <a:t>marks, grade, published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1737360"/>
            <a:ext cx="411481" cy="73152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77639" y="3291840"/>
            <a:ext cx="411481" cy="457199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977639" y="3840480"/>
            <a:ext cx="411481" cy="155448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046720" y="1965960"/>
            <a:ext cx="502920" cy="54864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0" y="3657600"/>
            <a:ext cx="502920" cy="9144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77639" y="2103120"/>
            <a:ext cx="4572001" cy="2743200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2910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Aptos"/>
              </a:defRPr>
            </a:pPr>
            <a:r>
              <a:t>Design aim: reduce duplication and keep entity attributes in their own tables; validate final SQL constraints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
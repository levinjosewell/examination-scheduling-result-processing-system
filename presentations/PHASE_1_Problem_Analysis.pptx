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EXAMFLOW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EF8"/>
                </a:solidFill>
              </a:defRPr>
            </a:pPr>
            <a:r>
              <a:t>Problem Analysis, Requirements &amp; 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DBMS Project 24  |  PHASE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Manual exam planning can create room and invigilator clashes.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Result processing requires accurate, consistent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ExamFlow centralizes core examination data in a relational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Maintain student, faculty, subject and room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Schedule exams and detect conflicting room/time assignments.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Record marks, publish results and export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Academic prototype with fictional sample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CRUD operations for key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 scheduling, marks entry, reports and database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Academic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Faculty and invigilators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Students and examination coordinators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Add and view students, faculty, subjects and rooms.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Schedule exams with date/time, room and invigilator.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Enter marks, set publication status and export report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Data consistency using keys and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Simple browser-based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Reproducible local setup and clear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Maintain master data → schedule exams → enter marks → publish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Use reports and database explorer to inspect stored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Students receive results for scheduled examinations.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Subjects are linked to exams; rooms and faculty support exam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Primary keys identify records; foreign keys preserve relationships.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Expected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Fewer scheduling conflicts.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More traceable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Faster reporting and result processing.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Phase 1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Requirements and scope defined.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Core entities and relationships identified.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Phase 2 translates the model into relational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ExamFlow core entities and one-to-many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743200" cy="14173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" y="12527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252374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roll_number,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program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section, semester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63240"/>
            <a:ext cx="2743200" cy="123444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30815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47288"/>
            <a:ext cx="252374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faculty_id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faculty_code,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2743200" cy="123444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472744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93208"/>
            <a:ext cx="252374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room_code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building,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86000"/>
            <a:ext cx="2880360" cy="201168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6007" y="2304288"/>
            <a:ext cx="284378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EXAMS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70048"/>
            <a:ext cx="266090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invigilator_id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exam_date, start/end time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section, max_marks,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234440"/>
            <a:ext cx="2743200" cy="15087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87967" y="12527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7" y="1618488"/>
            <a:ext cx="25237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subject_code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subject_name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department, semester,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251960"/>
            <a:ext cx="2743200" cy="15087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7" y="427024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4636008"/>
            <a:ext cx="25237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result_id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marks_obtained, grade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published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1783080"/>
            <a:ext cx="1371600" cy="9144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19202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246120" y="3474720"/>
            <a:ext cx="1371600" cy="18288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20440" y="33375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246120" y="3931920"/>
            <a:ext cx="1371600" cy="13716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74720" y="4663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498079" y="1965960"/>
            <a:ext cx="1371601" cy="6858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63840" y="2148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3749039"/>
            <a:ext cx="1371601" cy="868681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0" y="406908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2331720"/>
            <a:ext cx="5623560" cy="25146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00600" y="37947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student →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PK = Primary Key  |  FK = Foreign Key  |  UK = Unique Key  |  1:N = One-to-many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